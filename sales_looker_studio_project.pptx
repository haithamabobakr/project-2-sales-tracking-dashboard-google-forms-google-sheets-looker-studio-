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Sales Tracking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E0FF"/>
                </a:solidFill>
              </a:defRPr>
            </a:pPr>
            <a:r>
              <a:t>Google Form → Google Sheet → Looker Studio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35180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AFC7F2"/>
                </a:solidFill>
              </a:defRPr>
            </a:pPr>
            <a:r>
              <a:rPr dirty="0"/>
              <a:t>A complete step-by-step guide with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FC7F2"/>
                </a:solidFill>
              </a:defRPr>
            </a:pPr>
            <a:r>
              <a:t>Business Analytics Course | Instructor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59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Goal: build a live sales-tracking system for a sales team, from data entry to dashboard.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Sales reps record every sale using a Google Form.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Form answers are saved automatically into a Google Sheet (the Response Sheet).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A formula in the sheet auto-calculates Total Sales for each row.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A Looker Studio dashboard is connected to that same sheet and refreshes automatically.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Result: a rep submits a sale, and it appears on the live dashboard within about 15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Flow: Google Form → Google Sheet (auto formula) → Looker Studio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1 — Build the Google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845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 1) Go to forms.google.com and click the "+" (Blank form).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 2) Add these fields matching the sales data you need: Sales Rep Name, Customer Name, Products, Quantity, Unit Price, Place, Notes.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 3) Set the field type for Quantity and Unit Price to "Short answer", then click the 3-dot menu → Response validation.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 4) Choose Number → Greater than → type 0. This blocks zero or negative numbers.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 5) In the "Custom error text" box, write a clear message, e.g. "Please enter a number greater than 0."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Link: forms.google.com  |  Live example form: forms.gle/hyqEd73EtJ8g1LZC8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2 — Use Dropdowns for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Why: if reps type names freely, you get typos like "</a:t>
            </a:r>
            <a:r>
              <a:rPr sz="2000" b="0" dirty="0" err="1">
                <a:solidFill>
                  <a:srgbClr val="1A1A1A"/>
                </a:solidFill>
                <a:latin typeface="Calibri"/>
              </a:rPr>
              <a:t>sameh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" vs "Sameh" vs "</a:t>
            </a:r>
            <a:r>
              <a:rPr sz="2000" b="0" dirty="0" err="1">
                <a:solidFill>
                  <a:srgbClr val="1A1A1A"/>
                </a:solidFill>
                <a:latin typeface="Calibri"/>
              </a:rPr>
              <a:t>Sammeh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" — this breaks charts and totals.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Fix: change the question type for Sales Rep Name to "Dropdown" and list every rep's exact name once.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Do the same for Products</a:t>
            </a:r>
            <a:r>
              <a:rPr lang="en-US" sz="2000" dirty="0">
                <a:solidFill>
                  <a:srgbClr val="1A1A1A"/>
                </a:solidFill>
                <a:latin typeface="Calibri"/>
              </a:rPr>
              <a:t>,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  make it a Dropdown with the fixed product list (Laptop, TV, Printer, Monitor...).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Toggle "Required" (bottom-right switch on each question) so the form cannot be submitted empty.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This keeps names spelled exactly the same every time, so Looker Studio can group and sum data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Dropdown + Required = clean, consistent data with zero typos.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3 — Configure Form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501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Open </a:t>
            </a:r>
            <a:r>
              <a:rPr lang="en-US" sz="2000" b="0" dirty="0">
                <a:solidFill>
                  <a:srgbClr val="1A1A1A"/>
                </a:solidFill>
                <a:latin typeface="Calibri"/>
              </a:rPr>
              <a:t>Form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Settings (</a:t>
            </a:r>
            <a:r>
              <a:rPr lang="en-US" sz="2000" b="0" dirty="0">
                <a:solidFill>
                  <a:srgbClr val="1A1A1A"/>
                </a:solidFill>
                <a:latin typeface="Calibri"/>
              </a:rPr>
              <a:t>third tab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the top of the form editor).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Under "Responses": turn ON "Collect email addresses" (choose "Verified").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Turn ON "Allow response editing" </a:t>
            </a:r>
            <a:r>
              <a:rPr lang="en-US" sz="2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 so a rep can fix a mistake without creating a duplicate row.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Turn ON "Send responders a copy of their response"  so each rep gets an email confirmation.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Make sure "Limit to 1 response" is OFF  reps need to submit the form unlimited times (once per sale).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These settings live under the gear icon → Responses tab in Google 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4 — Create the Response Sheet &amp; Auto-Calculate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411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In the form editor, go to the "Responses" tab and click the green Sheets icon → "Create a new spreadsheet".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This creates a live Google Sheet that fills in automatically every time someone submits the form.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Add a new column header "Total Sales" (column H if Quantity=F and Unit Price=G).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In the first data row of that column, paste this formula — it calculates ALL rows automatically, no dragging down needed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solidFill>
            <a:srgbClr val="272B33"/>
          </a:solidFill>
          <a:ln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>
                <a:solidFill>
                  <a:srgbClr val="7EE787"/>
                </a:solidFill>
                <a:latin typeface="Consolas"/>
              </a:defRPr>
            </a:pPr>
            <a:r>
              <a:rPr sz="1600" dirty="0"/>
              <a:t>=ARRAYFORMULA(IF(G2:G="","",F2:F*G2:G))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76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This formula multiplies Quantity × Unit Price for every new row instantly, the moment a form is submitted.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Response Sheet link: docs.google.com/spreadsheets/d/15X9-YDlK1z7xCOSTMDqAQ6S22j4wsbmehtGlKpqZhCk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5 — Connect Looker Studio to the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535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Go to lookerstudio.google.com and click "Blank Report".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Choose the "Google Sheets" connector, select your Response Sheet, then pick the correct tab (Form Responses 1).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Click "Add" — Looker Studio pulls in every column (Sales Rep, Product, Quantity, Total Sales, Place, etc.) as fields.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Build charts: a column chart for Total Sales by Sales Rep, a pie chart for Total Sales by Product, a bar chart by rep, and a </a:t>
            </a:r>
            <a:r>
              <a:rPr lang="en-US" sz="2000" b="0" dirty="0" err="1">
                <a:solidFill>
                  <a:srgbClr val="1A1A1A"/>
                </a:solidFill>
                <a:latin typeface="Calibri"/>
              </a:rPr>
              <a:t>Tree</a:t>
            </a:r>
            <a:r>
              <a:rPr sz="2000" b="0" dirty="0" err="1">
                <a:solidFill>
                  <a:srgbClr val="1A1A1A"/>
                </a:solidFill>
                <a:latin typeface="Calibri"/>
              </a:rPr>
              <a:t>map</a:t>
            </a:r>
            <a:r>
              <a:rPr lang="en-US" sz="2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by Place.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These are exactly the four visuals shown in the sample dashboard: sales by rep, product share pie, top reps bar, and location breakdown.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Looker Studio link: lookerstudio.google.com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Sales Dashboard Screenshot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Looker Studio link: lookerstudio.google.com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77C82B-DB5B-9584-123C-E39F3796C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81830"/>
            <a:ext cx="10492154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5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6 — Make the Dashboard Auto-Refresh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845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By default, Google Sheets data in Looker Studio refreshes automatically — no manual action needed.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To control the refresh speed: click Resource (top menu) → "Manage added data sources".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Find your Google Sheets source and click "Edit", then click on "Data freshness" at the top.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Choose the fastest option: "Every 15 minutes" (this is the minimum refresh time Google allows for Sheets).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Result: a rep submits a new sale on the form, and within about 15 minutes it appears automatically on the live dashboard — no manual refresh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Data freshness setting: Resource → Manage added data sources → Edit → Data freshness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7 — Style, Theme &amp; Company 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2501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Change theme/colors: click "Theme and Layout" on the right panel while editing the report.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Pick a ready-made theme (e.g. the dark theme used in the sample dashboard) or click "Customize" to set your own colors.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Add your logo: click Insert → Image, then upload the company logo file from your computer.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●  Resize and place the logo in a header area at the top of the report, next to the dashboard title.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●  Once ready, click "Share" → "Publish" (or "Get report link") to get a shareable public/view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Menu paths: Theme and Layout (right panel) | Insert → Image (top menu)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Links &amp; Quick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1. Google Form (data entry): </a:t>
            </a:r>
            <a:r>
              <a:rPr sz="2000" b="0" dirty="0" err="1">
                <a:solidFill>
                  <a:srgbClr val="FFFFFF"/>
                </a:solidFill>
              </a:rPr>
              <a:t>forms.gle</a:t>
            </a:r>
            <a:r>
              <a:rPr sz="2000" b="0" dirty="0">
                <a:solidFill>
                  <a:srgbClr val="FFFFFF"/>
                </a:solidFill>
              </a:rPr>
              <a:t>/hyqEd73EtJ8g1LZC8</a:t>
            </a:r>
          </a:p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2. Google Sheet (live responses): docs.google.com/spreadsheets/d/15X9-YDlK1z7xCOSTMDqAQ6S22j4wsbmehtGlKpqZhCk</a:t>
            </a:r>
          </a:p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3. Looker Studio Dashboard: datastudio.google.com/s/m7cZLCI1Sgo</a:t>
            </a:r>
          </a:p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4. Key formula: =ARRAYFORMULA(IF(G2:G="","",F2:F*G2:G))</a:t>
            </a:r>
          </a:p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5. Auto-refresh: every 15 minutes (Google Sheets connector minimum)</a:t>
            </a:r>
          </a:p>
          <a:p>
            <a:pPr>
              <a:spcAft>
                <a:spcPts val="1300"/>
              </a:spcAft>
            </a:pPr>
            <a:r>
              <a:rPr sz="2000" b="0" dirty="0">
                <a:solidFill>
                  <a:srgbClr val="FFFFFF"/>
                </a:solidFill>
              </a:rPr>
              <a:t>6. Settings checklist: Collect email ✓ | Edit response ✓ | Email copy ✓ | Unlimited responses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1248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Haytham AboBakr</cp:lastModifiedBy>
  <cp:revision>5</cp:revision>
  <dcterms:created xsi:type="dcterms:W3CDTF">2013-01-27T09:14:16Z</dcterms:created>
  <dcterms:modified xsi:type="dcterms:W3CDTF">2026-08-12T10:23:50Z</dcterms:modified>
  <cp:category/>
</cp:coreProperties>
</file>